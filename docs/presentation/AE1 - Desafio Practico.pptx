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Inter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22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bold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23" Type="http://schemas.openxmlformats.org/officeDocument/2006/relationships/font" Target="fonts/Inter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d1ae95418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d1ae95418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e81f205e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e81f205e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e81f205eb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e81f205e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81f205eb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e81f205eb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d1ae95418_3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d1ae95418_3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wSDkcD2eM4zI_VGLMLFX8jCljR5nznkf/view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4294967295" type="ctrTitle"/>
          </p:nvPr>
        </p:nvSpPr>
        <p:spPr>
          <a:xfrm>
            <a:off x="460950" y="954975"/>
            <a:ext cx="8222100" cy="20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s" sz="398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Desafío Práctico</a:t>
            </a:r>
            <a:r>
              <a:rPr b="1" lang="es" sz="398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br>
              <a:rPr b="1" lang="es" sz="398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398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Optimización por </a:t>
            </a:r>
            <a:endParaRPr sz="398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98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Enjambre de Partículas (PSO)</a:t>
            </a:r>
            <a:endParaRPr sz="388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3"/>
          <p:cNvSpPr txBox="1"/>
          <p:nvPr>
            <p:ph idx="4294967295" type="subTitle"/>
          </p:nvPr>
        </p:nvSpPr>
        <p:spPr>
          <a:xfrm>
            <a:off x="460950" y="3199014"/>
            <a:ext cx="83436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965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Algoritmos Evolutivos I</a:t>
            </a:r>
            <a:endParaRPr sz="1965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s" sz="1965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Maestría en Inteligencia Artificial - FIUBA</a:t>
            </a:r>
            <a:endParaRPr sz="1965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5544" y="0"/>
            <a:ext cx="2518456" cy="954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idx="4294967295" type="subTitle"/>
          </p:nvPr>
        </p:nvSpPr>
        <p:spPr>
          <a:xfrm>
            <a:off x="460950" y="4122625"/>
            <a:ext cx="61821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b="1" lang="es" sz="1942">
                <a:solidFill>
                  <a:schemeClr val="lt1"/>
                </a:solidFill>
              </a:rPr>
              <a:t>Maximiliano Torti</a:t>
            </a:r>
            <a:endParaRPr b="1" sz="1942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s"/>
              <a:t>Introducción y objetivos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11700" y="1164175"/>
            <a:ext cx="4665600" cy="3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Implementar PSO en problema de posicionamiento y recorrido.</a:t>
            </a:r>
            <a:br>
              <a:rPr lang="es"/>
            </a:b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Partiendo de una posición conocida, solo se dispone de mediciones de velocidad y ángulo de movimiento. El objetivo es trazar el trayecto completo.</a:t>
            </a:r>
            <a:br>
              <a:rPr lang="es"/>
            </a:b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Se cuenta con datos obtenidos con un celular y app de datalogging -&gt; Las m</a:t>
            </a:r>
            <a:r>
              <a:rPr lang="es"/>
              <a:t>ediciones sin procesar no dan buenos resultados.</a:t>
            </a:r>
            <a:br>
              <a:rPr lang="es"/>
            </a:b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Se utilizó haversine y algoritmos geográficos.</a:t>
            </a:r>
            <a:endParaRPr/>
          </a:p>
        </p:txBody>
      </p:sp>
      <p:pic>
        <p:nvPicPr>
          <p:cNvPr id="95" name="Google Shape;95;p14" title="journey_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250" y="758800"/>
            <a:ext cx="4166762" cy="4125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s"/>
              <a:t>Solución propuesta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311700" y="1017800"/>
            <a:ext cx="45777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Enjambre de 500 partículas con posición inicial en radio de 50 metros y series de tiempo de velocidad y ángulo con ruido.</a:t>
            </a:r>
            <a:endParaRPr/>
          </a:p>
          <a:p>
            <a:pPr indent="-334327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Se ejecutan pasos de la serie de tiempo y luego se </a:t>
            </a:r>
            <a:r>
              <a:rPr lang="es"/>
              <a:t>corrige</a:t>
            </a:r>
            <a:r>
              <a:rPr lang="es"/>
              <a:t> con 50 épocas de PSO.</a:t>
            </a:r>
            <a:endParaRPr/>
          </a:p>
          <a:p>
            <a:pPr indent="-334327" lvl="0" marL="457200" rtl="0" algn="just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PSO utiliza mapa de aptitud con probabilidad de validez de posiciones.</a:t>
            </a:r>
            <a:endParaRPr/>
          </a:p>
          <a:p>
            <a:pPr indent="-334327" lvl="0" marL="457200" rtl="0" algn="just">
              <a:spcBef>
                <a:spcPts val="1200"/>
              </a:spcBef>
              <a:spcAft>
                <a:spcPts val="1000"/>
              </a:spcAft>
              <a:buSzPct val="100000"/>
              <a:buAutoNum type="arabicPeriod"/>
            </a:pPr>
            <a:r>
              <a:rPr lang="es"/>
              <a:t>PSO utiliza inercia, mejor posición local de cada partícula y mejor posición del enjambre.</a:t>
            </a:r>
            <a:endParaRPr/>
          </a:p>
        </p:txBody>
      </p:sp>
      <p:pic>
        <p:nvPicPr>
          <p:cNvPr id="102" name="Google Shape;102;p15" title="polic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800" y="758020"/>
            <a:ext cx="4165198" cy="412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s"/>
              <a:t>Resultados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474000" y="1351800"/>
            <a:ext cx="20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 video</a:t>
            </a:r>
            <a:r>
              <a:rPr lang="es" sz="1800"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6" title="fitness_pso_epochs_a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2850" y="2392275"/>
            <a:ext cx="7198300" cy="23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 title="fitness_pso_max_partic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8875" y="243476"/>
            <a:ext cx="6114725" cy="20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s"/>
              <a:t>Conclusiones y desafíos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164175"/>
            <a:ext cx="8832300" cy="3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PSO obtuvo muy buen rendimiento en el problema propuesto.</a:t>
            </a:r>
            <a:br>
              <a:rPr lang="es"/>
            </a:b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principales desafíos estuvieron relacionados con el costo computacional. Los algoritmos geográficos son costosos cuando se ejecutan en un enjambre, y requirieron optimizaciones. El ajuste de hiperparámetros también tuvo complejidad.</a:t>
            </a:r>
            <a:br>
              <a:rPr lang="es"/>
            </a:b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futuro se plantea complejizar el caso, añadiendo que la posición inicial también es desconocida.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913650" y="526350"/>
            <a:ext cx="7316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</a:t>
            </a:r>
            <a:r>
              <a:rPr lang="es"/>
              <a:t>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5"/>
                </a:solidFill>
              </a:rPr>
              <a:t>¿Preguntas?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